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51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4313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5BCAD085-E8A6-8845-BD4E-CB4CCA059FC4}" type="datetimeFigureOut">
              <a:rPr lang="en-US" smtClean="0"/>
              <a:t>10/6/2025</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8807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1472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6176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2143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6627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4635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5853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631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6421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5635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2485441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1997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6772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10/6/2025</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7142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0002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62505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10/6/2025</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01839271"/>
      </p:ext>
    </p:extLst>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72732" y="1151467"/>
            <a:ext cx="6142567" cy="2446866"/>
          </a:xfrm>
        </p:spPr>
        <p:txBody>
          <a:bodyPr>
            <a:normAutofit/>
          </a:bodyPr>
          <a:lstStyle/>
          <a:p>
            <a:r>
              <a:rPr lang="en-US" sz="5100" dirty="0"/>
              <a:t>RitualFuel – A Wellness Tracking Android App</a:t>
            </a:r>
          </a:p>
        </p:txBody>
      </p:sp>
      <p:sp>
        <p:nvSpPr>
          <p:cNvPr id="3" name="Subtitle 2"/>
          <p:cNvSpPr>
            <a:spLocks noGrp="1"/>
          </p:cNvSpPr>
          <p:nvPr>
            <p:ph type="subTitle" idx="1"/>
          </p:nvPr>
        </p:nvSpPr>
        <p:spPr>
          <a:xfrm>
            <a:off x="1028700" y="4842935"/>
            <a:ext cx="7086600" cy="685800"/>
          </a:xfrm>
        </p:spPr>
        <p:txBody>
          <a:bodyPr>
            <a:normAutofit fontScale="25000" lnSpcReduction="20000"/>
          </a:bodyPr>
          <a:lstStyle/>
          <a:p>
            <a:r>
              <a:rPr lang="en-US" sz="500" dirty="0"/>
              <a:t>Summer Training Project Report (June–July 2025)</a:t>
            </a:r>
          </a:p>
          <a:p>
            <a:endParaRPr lang="en-US" sz="500" dirty="0"/>
          </a:p>
          <a:p>
            <a:r>
              <a:rPr lang="en-US" sz="500" dirty="0"/>
              <a:t>Submitted by: Moturi Sai Dinesh</a:t>
            </a:r>
          </a:p>
          <a:p>
            <a:r>
              <a:rPr lang="en-US" sz="500" dirty="0"/>
              <a:t>Registration No: 12304264</a:t>
            </a:r>
          </a:p>
          <a:p>
            <a:r>
              <a:rPr lang="en-US" sz="500" dirty="0"/>
              <a:t>Course Code: PETV75</a:t>
            </a:r>
          </a:p>
          <a:p>
            <a:r>
              <a:rPr lang="en-US" sz="500" dirty="0"/>
              <a:t>Under the Guidance of: Amanpreet Madam (UID: 31986)</a:t>
            </a:r>
          </a:p>
          <a:p>
            <a:r>
              <a:rPr lang="en-US" sz="500" dirty="0"/>
              <a:t>School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71700" y="764373"/>
            <a:ext cx="6457950" cy="1293028"/>
          </a:xfrm>
        </p:spPr>
        <p:txBody>
          <a:bodyPr>
            <a:normAutofit/>
          </a:bodyPr>
          <a:lstStyle/>
          <a:p>
            <a:r>
              <a:t>Company Profile</a:t>
            </a:r>
          </a:p>
        </p:txBody>
      </p:sp>
      <p:sp>
        <p:nvSpPr>
          <p:cNvPr id="3" name="Content Placeholder 2"/>
          <p:cNvSpPr>
            <a:spLocks noGrp="1"/>
          </p:cNvSpPr>
          <p:nvPr>
            <p:ph idx="1"/>
          </p:nvPr>
        </p:nvSpPr>
        <p:spPr>
          <a:xfrm>
            <a:off x="514350" y="2194560"/>
            <a:ext cx="8115300" cy="4024125"/>
          </a:xfrm>
        </p:spPr>
        <p:txBody>
          <a:bodyPr>
            <a:normAutofit/>
          </a:bodyPr>
          <a:lstStyle/>
          <a:p>
            <a:r>
              <a:rPr dirty="0"/>
              <a:t>The project was developed as part of academic training focused on mobile app development. RitualFuel aims to promote mindfulness, productivity, and daily wellness habits through Android technology. It encourages consistency and motivation via a streak system and interactive UI elements.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 of the Project</a:t>
            </a:r>
          </a:p>
        </p:txBody>
      </p:sp>
      <p:sp>
        <p:nvSpPr>
          <p:cNvPr id="3" name="Content Placeholder 2"/>
          <p:cNvSpPr>
            <a:spLocks noGrp="1"/>
          </p:cNvSpPr>
          <p:nvPr>
            <p:ph idx="1"/>
          </p:nvPr>
        </p:nvSpPr>
        <p:spPr/>
        <p:txBody>
          <a:bodyPr/>
          <a:lstStyle/>
          <a:p>
            <a:r>
              <a:t>• Help users achieve mental clarity and daily motivation.</a:t>
            </a:r>
          </a:p>
          <a:p>
            <a:r>
              <a:t>• Provide Yoga tutorials, Health Tips, and GK Questions.</a:t>
            </a:r>
          </a:p>
          <a:p>
            <a:r>
              <a:t>• Introduce gamification via streak tracking.</a:t>
            </a:r>
          </a:p>
          <a:p>
            <a:r>
              <a:t>• Deliver a smooth, aesthetic, and user-friendly interface.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Overview</a:t>
            </a:r>
          </a:p>
        </p:txBody>
      </p:sp>
      <p:sp>
        <p:nvSpPr>
          <p:cNvPr id="3" name="Content Placeholder 2"/>
          <p:cNvSpPr>
            <a:spLocks noGrp="1"/>
          </p:cNvSpPr>
          <p:nvPr>
            <p:ph idx="1"/>
          </p:nvPr>
        </p:nvSpPr>
        <p:spPr/>
        <p:txBody>
          <a:bodyPr>
            <a:normAutofit lnSpcReduction="10000"/>
          </a:bodyPr>
          <a:lstStyle/>
          <a:p>
            <a:r>
              <a:t>The training covered Android app development fundamentals including:</a:t>
            </a:r>
          </a:p>
          <a:p>
            <a:r>
              <a:t>• UI design using XML</a:t>
            </a:r>
          </a:p>
          <a:p>
            <a:r>
              <a:t>• Activity lifecycle</a:t>
            </a:r>
          </a:p>
          <a:p>
            <a:r>
              <a:t>• Toolbar &amp; Navigation Drawer integration</a:t>
            </a:r>
          </a:p>
          <a:p>
            <a:r>
              <a:t>• SharedPreferences for data storage</a:t>
            </a:r>
          </a:p>
          <a:p>
            <a:r>
              <a:t>• Image sliders, Toasts, and Intent navigation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and Technologies Used</a:t>
            </a:r>
          </a:p>
        </p:txBody>
      </p:sp>
      <p:sp>
        <p:nvSpPr>
          <p:cNvPr id="3" name="Content Placeholder 2"/>
          <p:cNvSpPr>
            <a:spLocks noGrp="1"/>
          </p:cNvSpPr>
          <p:nvPr>
            <p:ph idx="1"/>
          </p:nvPr>
        </p:nvSpPr>
        <p:spPr/>
        <p:txBody>
          <a:bodyPr>
            <a:normAutofit fontScale="92500" lnSpcReduction="10000"/>
          </a:bodyPr>
          <a:lstStyle/>
          <a:p>
            <a:r>
              <a:t>• Android Studio (IDE)</a:t>
            </a:r>
          </a:p>
          <a:p>
            <a:r>
              <a:t>• Kotlin &amp; Java</a:t>
            </a:r>
          </a:p>
          <a:p>
            <a:r>
              <a:t>• XML (UI Layout)</a:t>
            </a:r>
          </a:p>
          <a:p>
            <a:r>
              <a:t>• ViewPager2 (Image Slider)</a:t>
            </a:r>
          </a:p>
          <a:p>
            <a:r>
              <a:t>• SharedPreferences (Data Persistence)</a:t>
            </a:r>
          </a:p>
          <a:p>
            <a:r>
              <a:t>• Firebase (Optional backend)</a:t>
            </a:r>
          </a:p>
          <a:p>
            <a:r>
              <a:t>• Material Components for modern UI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Weekly Work Summary</a:t>
            </a:r>
          </a:p>
        </p:txBody>
      </p:sp>
      <p:sp>
        <p:nvSpPr>
          <p:cNvPr id="3" name="Content Placeholder 2"/>
          <p:cNvSpPr>
            <a:spLocks noGrp="1"/>
          </p:cNvSpPr>
          <p:nvPr>
            <p:ph idx="1"/>
          </p:nvPr>
        </p:nvSpPr>
        <p:spPr/>
        <p:txBody>
          <a:bodyPr/>
          <a:lstStyle/>
          <a:p>
            <a:r>
              <a:t>• Week 1 – Splash screen, login &amp; register pages</a:t>
            </a:r>
          </a:p>
          <a:p>
            <a:r>
              <a:t>• Week 2 – Home screen &amp; navigation drawer</a:t>
            </a:r>
          </a:p>
          <a:p>
            <a:r>
              <a:t>• Week 3 – Image slider &amp; streak logic</a:t>
            </a:r>
          </a:p>
          <a:p>
            <a:r>
              <a:t>• Week 4 – Testing, debugging &amp; UI polish</a:t>
            </a:r>
          </a:p>
          <a:p>
            <a:r>
              <a:t>• Week 5 – Documentation and final touches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Definition &amp; Scope</a:t>
            </a:r>
          </a:p>
        </p:txBody>
      </p:sp>
      <p:sp>
        <p:nvSpPr>
          <p:cNvPr id="3" name="Content Placeholder 2"/>
          <p:cNvSpPr>
            <a:spLocks noGrp="1"/>
          </p:cNvSpPr>
          <p:nvPr>
            <p:ph idx="1"/>
          </p:nvPr>
        </p:nvSpPr>
        <p:spPr/>
        <p:txBody>
          <a:bodyPr/>
          <a:lstStyle/>
          <a:p>
            <a:r>
              <a:rPr dirty="0"/>
              <a:t>Many people lack consistency in wellness routines. RitualFuel addresses this by tracking daily habits and providing motivational feedback. The app combines wellness, learning, and gamification to improve mental and physical health awareness.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Requirements</a:t>
            </a:r>
          </a:p>
        </p:txBody>
      </p:sp>
      <p:sp>
        <p:nvSpPr>
          <p:cNvPr id="3" name="Content Placeholder 2"/>
          <p:cNvSpPr>
            <a:spLocks noGrp="1"/>
          </p:cNvSpPr>
          <p:nvPr>
            <p:ph idx="1"/>
          </p:nvPr>
        </p:nvSpPr>
        <p:spPr/>
        <p:txBody>
          <a:bodyPr/>
          <a:lstStyle/>
          <a:p>
            <a:r>
              <a:t>• Android Version: 5.0 (Lollipop) or higher</a:t>
            </a:r>
          </a:p>
          <a:p>
            <a:r>
              <a:t>• RAM: Minimum 2GB</a:t>
            </a:r>
          </a:p>
          <a:p>
            <a:r>
              <a:t>• Internet: Optional</a:t>
            </a:r>
          </a:p>
          <a:p>
            <a:r>
              <a:t>• Storage: Approx. 20MB</a:t>
            </a:r>
          </a:p>
          <a:p>
            <a:r>
              <a:t>• Stable performance across Android devices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Implementation Methodology</a:t>
            </a:r>
          </a:p>
        </p:txBody>
      </p:sp>
      <p:sp>
        <p:nvSpPr>
          <p:cNvPr id="3" name="Content Placeholder 2"/>
          <p:cNvSpPr>
            <a:spLocks noGrp="1"/>
          </p:cNvSpPr>
          <p:nvPr>
            <p:ph idx="1"/>
          </p:nvPr>
        </p:nvSpPr>
        <p:spPr/>
        <p:txBody>
          <a:bodyPr/>
          <a:lstStyle/>
          <a:p>
            <a:r>
              <a:t>The project followed a Modular Development Approach:</a:t>
            </a:r>
          </a:p>
          <a:p>
            <a:r>
              <a:t>• Each screen (Welcome, Login, Home, etc.) was developed separately.</a:t>
            </a:r>
          </a:p>
          <a:p>
            <a:r>
              <a:t>• Individual testing ensured bug-free integration.</a:t>
            </a:r>
          </a:p>
          <a:p>
            <a:r>
              <a:t>• Focus on clean navigation and responsive design.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Main App Features &amp; Screens</a:t>
            </a:r>
          </a:p>
        </p:txBody>
      </p:sp>
      <p:sp>
        <p:nvSpPr>
          <p:cNvPr id="3" name="Content Placeholder 2"/>
          <p:cNvSpPr>
            <a:spLocks noGrp="1"/>
          </p:cNvSpPr>
          <p:nvPr>
            <p:ph idx="1"/>
          </p:nvPr>
        </p:nvSpPr>
        <p:spPr/>
        <p:txBody>
          <a:bodyPr/>
          <a:lstStyle/>
          <a:p>
            <a:r>
              <a:t>• Welcome Screen – Simple start with motivational theme.</a:t>
            </a:r>
          </a:p>
          <a:p>
            <a:r>
              <a:t>• Login &amp; Register – Secure user entry.</a:t>
            </a:r>
          </a:p>
          <a:p>
            <a:r>
              <a:t>• Home Screen – Access to GK, Health Tips, Yoga, and Contact sections.</a:t>
            </a:r>
          </a:p>
          <a:p>
            <a:r>
              <a:t>• Streak System – Encourages daily app engagement.</a:t>
            </a:r>
          </a:p>
          <a:p>
            <a:r>
              <a:t>• Motivational Toasts – Positive feedback after each task.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&amp; Discussion</a:t>
            </a:r>
          </a:p>
        </p:txBody>
      </p:sp>
      <p:sp>
        <p:nvSpPr>
          <p:cNvPr id="3" name="Content Placeholder 2"/>
          <p:cNvSpPr>
            <a:spLocks noGrp="1"/>
          </p:cNvSpPr>
          <p:nvPr>
            <p:ph idx="1"/>
          </p:nvPr>
        </p:nvSpPr>
        <p:spPr/>
        <p:txBody>
          <a:bodyPr>
            <a:normAutofit fontScale="47500" lnSpcReduction="20000"/>
          </a:bodyPr>
          <a:lstStyle/>
          <a:p>
            <a:r>
              <a:t>Outputs:</a:t>
            </a:r>
          </a:p>
          <a:p>
            <a:r>
              <a:t>• Smooth navigation &amp; stable performance.</a:t>
            </a:r>
          </a:p>
          <a:p>
            <a:r>
              <a:t>• Streak updates dynamically.</a:t>
            </a:r>
          </a:p>
          <a:p>
            <a:r>
              <a:t>• App UI is visually engaging and responsive.</a:t>
            </a:r>
          </a:p>
          <a:p>
            <a:endParaRPr/>
          </a:p>
          <a:p>
            <a:r>
              <a:t>Challenges:</a:t>
            </a:r>
          </a:p>
          <a:p>
            <a:r>
              <a:t>• Responsive layouts across screens.</a:t>
            </a:r>
          </a:p>
          <a:p>
            <a:r>
              <a:t>• Debugging streak tracking.</a:t>
            </a:r>
          </a:p>
          <a:p>
            <a:endParaRPr/>
          </a:p>
          <a:p>
            <a:r>
              <a:t>Learnings:</a:t>
            </a:r>
          </a:p>
          <a:p>
            <a:r>
              <a:t>• Practical Android component integration.</a:t>
            </a:r>
          </a:p>
          <a:p>
            <a:r>
              <a:t>• Improved Kotlin coding skills.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Future Scope</a:t>
            </a:r>
          </a:p>
        </p:txBody>
      </p:sp>
      <p:sp>
        <p:nvSpPr>
          <p:cNvPr id="3" name="Content Placeholder 2"/>
          <p:cNvSpPr>
            <a:spLocks noGrp="1"/>
          </p:cNvSpPr>
          <p:nvPr>
            <p:ph idx="1"/>
          </p:nvPr>
        </p:nvSpPr>
        <p:spPr/>
        <p:txBody>
          <a:bodyPr/>
          <a:lstStyle/>
          <a:p>
            <a:r>
              <a:t>‘RitualFuel’ demonstrates how technology can enhance wellness and mindfulness. It combines health awareness with habit tracking to build user motivation. In the future, Firebase integration and social features could expand engagement.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58</TotalTime>
  <Words>544</Words>
  <Application>Microsoft Office PowerPoint</Application>
  <PresentationFormat>On-screen Show (4:3)</PresentationFormat>
  <Paragraphs>70</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Tw Cen MT</vt:lpstr>
      <vt:lpstr>Circuit</vt:lpstr>
      <vt:lpstr>RitualFuel – A Wellness Tracking Android App</vt:lpstr>
      <vt:lpstr>Company Profile</vt:lpstr>
      <vt:lpstr>Objective of the Project</vt:lpstr>
      <vt:lpstr>Training Overview</vt:lpstr>
      <vt:lpstr>Tools and Technologies Used</vt:lpstr>
      <vt:lpstr>Weekly Work Summary</vt:lpstr>
      <vt:lpstr>Problem Definition &amp; Scope</vt:lpstr>
      <vt:lpstr>System Requirements</vt:lpstr>
      <vt:lpstr>Implementation Methodology</vt:lpstr>
      <vt:lpstr>Main App Features &amp; Screens</vt:lpstr>
      <vt:lpstr>Results &amp; Discussion</vt:lpstr>
      <vt:lpstr>Conclusion &amp; Future Scope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Sai Dinesh Moturi</cp:lastModifiedBy>
  <cp:revision>2</cp:revision>
  <dcterms:created xsi:type="dcterms:W3CDTF">2013-01-27T09:14:16Z</dcterms:created>
  <dcterms:modified xsi:type="dcterms:W3CDTF">2025-10-06T12:38:58Z</dcterms:modified>
  <cp:category/>
</cp:coreProperties>
</file>